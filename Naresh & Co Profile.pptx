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95160" y="0"/>
            <a:ext cx="2286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hailan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91440"/>
            <a:ext cx="4572000" cy="6263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09728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Naresh &amp; 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EE"/>
                </a:solidFill>
                <a:latin typeface="Calibri"/>
              </a:rPr>
              <a:t>End-to-End Wireless &amp; Wireline Network Solutions</a:t>
            </a:r>
          </a:p>
          <a:p>
            <a:pPr algn="l"/>
            <a:r>
              <a:rPr sz="1200" b="0">
                <a:solidFill>
                  <a:srgbClr val="88AACC"/>
                </a:solidFill>
                <a:latin typeface="Calibri"/>
              </a:rPr>
              <a:t>2G/3G/4G/5G  |  Tower Construction up to 55 Meters</a:t>
            </a:r>
          </a:p>
          <a:p>
            <a:pPr algn="l"/>
            <a:r>
              <a:rPr sz="1200" b="0">
                <a:solidFill>
                  <a:srgbClr val="88AACC"/>
                </a:solidFill>
                <a:latin typeface="Calibri"/>
              </a:rPr>
              <a:t>ISO 9001:2015 Certified  |  Pan India &amp; International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05072"/>
            <a:ext cx="233172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6DE"/>
                </a:solidFill>
                <a:latin typeface="Georgia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Years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4005072"/>
            <a:ext cx="233172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6DE"/>
                </a:solidFill>
                <a:latin typeface="Georgia"/>
              </a:rPr>
              <a:t>4+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Major Clients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4005072"/>
            <a:ext cx="233172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6DE"/>
                </a:solidFill>
                <a:latin typeface="Georgia"/>
              </a:rPr>
              <a:t>55m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Tower Height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4005072"/>
            <a:ext cx="233172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6DE"/>
                </a:solidFill>
                <a:latin typeface="Georgia"/>
              </a:rPr>
              <a:t>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Company Profile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About Naresh &amp; 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342"/>
                </a:solidFill>
                <a:latin typeface="Calibri"/>
              </a:rPr>
              <a:t>Who We 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Naresh &amp; Co is a leading provider of end-to-end engineering solutions for the telecommunication sector, specializing in construction, installation and commissioning of wireless and wireline telecom equipment and networks across India and internationally.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24912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Our portfolio spans IBS Poles, Micro Towers (up to 16 m), Macro Towers (up to 55 m — GPT and RTT), and full deployment of 2G, 3G, 4G, 5G, MW, and Microwave hops.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93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342"/>
                </a:solidFill>
                <a:latin typeface="Calibri"/>
              </a:rPr>
              <a:t>Our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3192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We invest in tools and training on the latest technologies, enabling our expert team to execute projects with maximum efficiency and deliver customized solutions for even the most demanding telecom challenges.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713232"/>
            <a:ext cx="3657600" cy="123444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8229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ISO 9001:2015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389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CERTIFIED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190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CEE"/>
                </a:solidFill>
                <a:latin typeface="Calibri"/>
              </a:rPr>
              <a:t>Quality Management Standards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084831"/>
            <a:ext cx="3657600" cy="128016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2084831"/>
            <a:ext cx="3657600" cy="50292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217627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International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49631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Successfully completed major telecom projects in Thailand and overseas — world-class global delivery.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456432"/>
            <a:ext cx="3657600" cy="105156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456432"/>
            <a:ext cx="3657600" cy="50292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547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Manufacturing Excellence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8679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In-house EB cement poles manufacturing ensures quality control and timely delivery.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599432"/>
            <a:ext cx="3657600" cy="91440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4599432"/>
            <a:ext cx="3657600" cy="50292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4690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Pan India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109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Executing Bharti Airtel projects across multiple states and cities throughout India.</a:t>
            </a:r>
          </a:p>
        </p:txBody>
      </p:sp>
      <p:pic>
        <p:nvPicPr>
          <p:cNvPr id="34" name="Picture 33" descr="roof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71323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Our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Comprehensive end-to-end solutions for the full telecom infrastructure lifecycle.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Telecom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Site survey, foundation works, tower erection, GSM/CDMA BTS I&amp;C, microwave hops alignment.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6976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36976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28416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Transmission &amp;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Line surveys, route alignment, earthing &amp; erection, conductor stringing, OPGW, commissioning.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8192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08192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Inspection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Inspection of towers, conductors, OPGW, hardware, earthing materials and site auditing.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79408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0848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Network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2G/3G/4G/5G, MW, WIFI, IWAN, FTTH, FTTB design, installation, configuration, commissioning.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Wire Line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MSAN, Switches, MUX, Routers I&amp;C. OFC &amp; Copper network, voice/DSL migration, MDF termination.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6976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36976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28416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Project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8416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End-to-end PM: design, scheduling, procurement, QA, OHSE compliance, statutory clearances.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08192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99632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EB Cement Poles Mfg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In-house precision-engineered poles with strict quality control to meet all industry standards.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79408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79408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70848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Cable Trays &amp; Clamps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0848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Supply of GI/SS cable trays, ladder trays, U-bolts, clamps and all associated accessories.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EB Cement Poles &amp; Panel Boards</a:t>
            </a:r>
          </a:p>
        </p:txBody>
      </p:sp>
      <p:pic>
        <p:nvPicPr>
          <p:cNvPr id="13" name="Picture 12" descr="eb_pol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2456"/>
            <a:ext cx="3108960" cy="25374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08736" y="1234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C"/>
                </a:solidFill>
                <a:latin typeface="Calibri"/>
              </a:rPr>
              <a:t>In-House Manufacturing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4288" y="1722180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19736" y="1618488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Superior compressive strength and durability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4288" y="2092512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19736" y="1988820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Precision-engineered taper and cross-section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4280" y="2462844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19728" y="2359152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Strict quality control at every production stage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64280" y="2833176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19728" y="2729484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Manufactured to IS and telecom industry standards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8024" y="3203508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29568" y="3099816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Delivered ready-to-install at project sites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8016" y="3573840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9392" y="3470148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Cost-effective vs. third-party procurement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23360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eb_pol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0520"/>
            <a:ext cx="3108960" cy="2194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0" y="41148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2342"/>
                </a:solidFill>
                <a:latin typeface="Georgia"/>
              </a:rPr>
              <a:t>EB Panel 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5720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C"/>
                </a:solidFill>
                <a:latin typeface="Calibri"/>
              </a:rPr>
              <a:t>Supply &amp; Installation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5034393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58768" y="4956048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Main &amp; sub-distribution boards (MDB/SDB)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5314200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58768" y="5235854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MCB, MCCB, RCCB and isolator assemblies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5594006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58768" y="5515660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Bus bar </a:t>
            </a:r>
            <a:r>
              <a:rPr sz="1050" b="0" i="0" dirty="0" err="1">
                <a:solidFill>
                  <a:srgbClr val="555555"/>
                </a:solidFill>
                <a:latin typeface="Calibri"/>
              </a:rPr>
              <a:t>trunking</a:t>
            </a:r>
            <a:r>
              <a:rPr sz="1050" b="0" i="0" dirty="0">
                <a:solidFill>
                  <a:srgbClr val="555555"/>
                </a:solidFill>
                <a:latin typeface="Calibri"/>
              </a:rPr>
              <a:t> and cable termination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5873812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58768" y="5795467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Meter panels and energy measurement systems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6153619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58768" y="6075273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Compliant with IS 8623 and IEC 61439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8882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Cable Trays, Clamps &amp; Safety Measures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17320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069848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B4F8C"/>
                </a:solidFill>
                <a:latin typeface="Calibri"/>
              </a:rPr>
              <a:t>Cable Trays &amp; Clamps Supply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27632"/>
            <a:ext cx="3520440" cy="12344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627632"/>
            <a:ext cx="352044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Perforated Cable Trays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0574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GI and SS perforated trays for organized cable routing in towers, shelters and equipment rooms. Widths 100–600mm.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627632"/>
            <a:ext cx="3520440" cy="12344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60520" y="1627632"/>
            <a:ext cx="352044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Ladder Cable Trays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0574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Heavy-duty ladder trays for large cable bundles. Hot-dip galvanized for outdoor and harsh environments.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627632"/>
            <a:ext cx="3520440" cy="12344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1627632"/>
            <a:ext cx="352044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Clamps &amp; Accessories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0574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U-bolts, J-bolts, hanger clamps, saddle clamps, cable ties — zinc-plated or SS for corrosion resistance.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53512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0999" y="3355848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0999" y="3355848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439" y="34472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PPE 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439" y="381304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Calibri"/>
              </a:rPr>
              <a:t>Safety helmets, full-body harnesses, safety footwear, high-visibility vests, eye and ear protection — mandatory on all sites.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5911" y="3355848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35911" y="3355848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27351" y="34472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Site Protocols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7351" y="381304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Daily toolbox talk, risk assessment &amp; method statement (RAMS), permit-to-work (PTW), scaffolding and fall-arrest inspection.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60823" y="3355848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60823" y="3355848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52263" y="34472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Emergency &amp; Environment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2263" y="381304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First-aid trained personnel, evacuation plan, fire extinguishers, waste segregation, hazardous material handling protocols.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85735" y="3365680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85735" y="3365680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77175" y="34571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A2342"/>
                </a:solidFill>
                <a:latin typeface="Calibri"/>
              </a:rPr>
              <a:t>Zero Accident 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77175" y="382288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Calibri"/>
              </a:rPr>
              <a:t>100% PPE compliance, daily safety audits and incident reporting to maintain our zero-accident commitment.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51206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ISO 9001:2015  |  OHSE Certified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7144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Our Capabilities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214491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Pre-installation site readiness survey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91438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Equipment installation and commissioning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66419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HW &amp; SW upgrades (all configurations)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414000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Call testing including E911 verification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5163808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Site and network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91361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Emergency and on-call work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73552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2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Construction Expertise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215474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20440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Cellular tower construction — all equipment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90455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20440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Rooftop, in-building, ground-based sites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654360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0440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Complete electrical circuit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404168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20440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Greenfield sites in all terrains and soils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15397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20440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Tower unloading, assembly and erection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590378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40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Scheduled maintenance and emergency repair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81344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72784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16457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28232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Planning &amp; scheduling per roll-out schedule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291438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28232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Risk management and materials ordering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366419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28232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Health &amp; safety compliance and QA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4414000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28232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Documentation and milestone reporting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5163808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28232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Cost control and progress reporting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1072" y="591361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28232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Inventory management and coordination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89136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089136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80576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Technical Specializations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98864" y="2164569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36024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Microwave installation, testing, relocation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98864" y="2914377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36024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Transmission line testing &amp; optimization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98864" y="3664185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36024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WIFI coverage predictions &amp; frequency planning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98864" y="4413993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36024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CAT 6 cable supply, laying and termination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98864" y="5163801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36024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Post-commissioning walk testing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98864" y="5913609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336024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RF optimization — cluster testing (ATP)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Our Valued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302288"/>
            <a:ext cx="11457432" cy="877824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302288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200" y="1383896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1412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Pan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37544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Bharti Airtel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977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I&amp;C of IBS for Chennai and multiple cities. Micro Sites deployment, Pole erection, civil works, electrical works, Equipment I&amp;C, Site Survey, Test Drive and IWAN implementation nationwide.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29264"/>
            <a:ext cx="11457432" cy="877824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429264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0" y="2501040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2538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3G/4G/MW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502416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Huawei Telecommunications India Pvt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050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3G/4G Installation and Commissioning, Integration, MW I&amp;C, Traffic Migration, MSAN Equipment Installation and Live Traffic Migration.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85736"/>
            <a:ext cx="11457432" cy="850392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585736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3657512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3695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WIFI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58888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Tech Mahindra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0008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WIFI Design and Deployment services across multiple locations throughout India.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11032"/>
            <a:ext cx="11457432" cy="768828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811032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01200" y="4882808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0" y="4920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Networking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84184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Data Dimension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26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Cisco MUX installation and commissioning services.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897880"/>
            <a:ext cx="1218895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56472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2342"/>
                </a:solidFill>
                <a:latin typeface="Calibri"/>
              </a:rPr>
              <a:t>WHY CHOOSE NARESH &amp; 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A2342"/>
                </a:solidFill>
                <a:latin typeface="Calibri"/>
              </a:rPr>
              <a:t>✓ ISO 9001:2015 Certified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172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0487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Pan India Operations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7083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International Reach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In-House Manufacturing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0275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55m Tower Expertise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6871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End-to-End Solutions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35508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60068"/>
            <a:ext cx="6400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CONTACT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30727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CCEE"/>
                </a:solidFill>
                <a:latin typeface="Calibri"/>
              </a:rPr>
              <a:t>Get in touch for your telecom infrastructure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7859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07B39"/>
                </a:solidFill>
                <a:latin typeface="Calibr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4353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nareshandco@yahoo.com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73537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sivam@nareshandco.co.in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2721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muthazhagupandian@nareshandco.co.in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0622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B39"/>
                </a:solidFill>
                <a:latin typeface="Calibri"/>
              </a:rPr>
              <a:t>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7198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+91 98840 56221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0116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+91 72990 25588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0353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044 – 25726411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9537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Sivam (Director)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6304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B39"/>
                </a:solidFill>
                <a:latin typeface="Calibri"/>
              </a:rPr>
              <a:t>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3695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718/3, T.H Road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5798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Thiruvottiyur, Chennai 600019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8716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Tamil Nadu,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3035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Quick Facts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14300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11978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GST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1978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33ANLPS8411K2ZL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87452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20" y="192938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9293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www.nareshandco.co.in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60604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26609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Certification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6609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ISO 9001:2015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33756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60920" y="33924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39242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Pan India + International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06908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60920" y="41239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Max Tower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1239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55 Metres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80060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60920" y="4855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8554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Chennai, Tamil Nadu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28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FFFFF"/>
                </a:solidFill>
                <a:latin typeface="Calibri"/>
              </a:rPr>
              <a:t>© 2026 Naresh &amp; Co. All rights reserved.  |  ISO 9001:2015 Certified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1221</Words>
  <Application>Microsoft Office PowerPoint</Application>
  <PresentationFormat>Custom</PresentationFormat>
  <Paragraphs>181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Babu Karunanithi</dc:creator>
  <cp:keywords/>
  <dc:description>generated using python-pptx</dc:description>
  <cp:lastModifiedBy>Babu Karunanithi</cp:lastModifiedBy>
  <cp:revision>2</cp:revision>
  <dcterms:created xsi:type="dcterms:W3CDTF">2013-01-27T09:14:16Z</dcterms:created>
  <dcterms:modified xsi:type="dcterms:W3CDTF">2026-05-25T04:16:38Z</dcterms:modified>
  <cp:category/>
</cp:coreProperties>
</file>